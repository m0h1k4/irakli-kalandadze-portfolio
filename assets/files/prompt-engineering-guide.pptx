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4320"/>
            <a:ext cx="2743200" cy="2743200"/>
          </a:xfrm>
          <a:prstGeom prst="rect">
            <a:avLst/>
          </a:prstGeom>
          <a:solidFill>
            <a:srgbClr val="76B900">
              <a:alpha val="8000"/>
            </a:srgbClr>
          </a:solidFill>
          <a:ln w="5080">
            <a:solidFill>
              <a:srgbClr val="76B900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594360"/>
            <a:ext cx="2103120" cy="2103120"/>
          </a:xfrm>
          <a:prstGeom prst="rect">
            <a:avLst/>
          </a:prstGeom>
          <a:solidFill>
            <a:srgbClr val="76B900">
              <a:alpha val="12000"/>
            </a:srgbClr>
          </a:solidFill>
          <a:ln w="5080">
            <a:solidFill>
              <a:srgbClr val="76B900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1463040" cy="1463040"/>
          </a:xfrm>
          <a:prstGeom prst="rect">
            <a:avLst/>
          </a:prstGeom>
          <a:solidFill>
            <a:srgbClr val="76B900">
              <a:alpha val="18000"/>
            </a:srgbClr>
          </a:solidFill>
          <a:ln w="5080">
            <a:solidFill>
              <a:srgbClr val="76B900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1234440"/>
            <a:ext cx="822960" cy="822960"/>
          </a:xfrm>
          <a:prstGeom prst="rect">
            <a:avLst/>
          </a:prstGeom>
          <a:solidFill>
            <a:srgbClr val="76B900">
              <a:alpha val="8000"/>
            </a:srgbClr>
          </a:solidFill>
          <a:ln w="5080">
            <a:solidFill>
              <a:srgbClr val="76B900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463040"/>
            <a:ext cx="365760" cy="36576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005840"/>
            <a:ext cx="5943600" cy="2286000"/>
          </a:xfrm>
          <a:prstGeom prst="rect">
            <a:avLst/>
          </a:prstGeom>
          <a:solidFill>
            <a:srgbClr val="76B900">
              <a:alpha val="400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320040" cy="228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969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AI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Pro.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get average results from AI.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shows you how to get extraordinary ones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exact same tools, differently.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9144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Irakli Kalandadze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370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Researcher &amp; Strategist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42245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SLIDES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</a:t>
            </a:r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the instruction you give an AI. It's the difference between generic answers and exactly what you need.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69164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situation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29968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21992" y="1828800"/>
            <a:ext cx="169164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13432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13432" y="24505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to 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23944" y="1828800"/>
            <a:ext cx="169164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5384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15384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15384" y="24505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want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33872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25896" y="1828800"/>
            <a:ext cx="169164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1920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17336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17336" y="24505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length,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limits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1828800"/>
            <a:ext cx="109728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1828800"/>
            <a:ext cx="1097280" cy="457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2668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2679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29000"/>
            <a:ext cx="2834640" cy="8229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564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554480" y="349300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output with structured prompts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64408" y="3429000"/>
            <a:ext cx="2834640" cy="8229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4564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498848" y="349300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never go beyond basic questions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08776" y="3429000"/>
            <a:ext cx="2834640" cy="8229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4564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sec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43216" y="349300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spent writing a prompt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Prompt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Good Prompt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AI. The same model. Completely different results.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292608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WEAK PROMPT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STRONG PROMPT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503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391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0391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me an email"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1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5E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3-sentence follow-up to a client who hasn't responded in 5 days. Professional but warm tone."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7066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7066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5E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in 5 bullet points. Focus on actionable insights. Audience: busy executives."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8503920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7413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33741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my code"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37413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5E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my Python function. It returns None instead of a filtered list. Explain why and fix it. Minimal changes only."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416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40416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ideas"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5E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5 unconventional marketing ideas for a B2B SaaS targeting HR managers. Budget under $5K."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LEVELS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Levels of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Mastery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stand? Each level unlocks a different quality of output.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850392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83664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836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LVL 01 — BASIC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40280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0482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like Google. Types short questions, gets generic answers. Accepts the first result without question.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850392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87752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9525">
            <a:solidFill>
              <a:srgbClr val="82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LVL 02 — AWARE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4028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752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context to questions. Knows that more info = better output. Starting to get real value from AI.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850392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9525">
            <a:solidFill>
              <a:srgbClr val="F78C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LVL 03 — SKILLED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4028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456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role, task, format, constraints. Iterates on outputs. Gets consistent, high-quality results every time.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850392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95928"/>
            <a:ext cx="1645920" cy="237744"/>
          </a:xfrm>
          <a:prstGeom prst="roundRect">
            <a:avLst>
              <a:gd name="adj" fmla="val 50000"/>
            </a:avLst>
          </a:prstGeom>
          <a:solidFill>
            <a:srgbClr val="C792EA">
              <a:alpha val="12000"/>
            </a:srgbClr>
          </a:solidFill>
          <a:ln w="9525">
            <a:solidFill>
              <a:srgbClr val="C79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959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LVL 04 — MASTER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40280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Architect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40280" y="4160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multi-step chains. Uses system prompts, personas, few-shot examples. AI becomes a thinking partner.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to be. A role transforms the model's entire approach, vocabulary, and depth of response.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663440" cy="26974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4663440" cy="292608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7647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556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role_prompt.txt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role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631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"Explain compound interest"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Generic textbook answer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746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role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861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 as a financial advisor who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explains to first-time investors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975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using real-life analogies.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Explain compound interest."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9090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Clear, relatable, actionable 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0" y="1691640"/>
            <a:ext cx="3749040" cy="80467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691640"/>
            <a:ext cx="45720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19476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947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788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[expert] who [specific trait]..." — the more specific the role, the sharper the output.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2606040"/>
            <a:ext cx="3749040" cy="80467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2606040"/>
            <a:ext cx="45720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28620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862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9788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change tone, depth, vocabulary and the assumptions AI makes about your audience.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3520440"/>
            <a:ext cx="3749040" cy="80467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20440"/>
            <a:ext cx="45720" cy="80467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37764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776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89788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roles: "Act as a senior UX designer with a background in psychology..."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AI to reason step by step before answering. This dramatically reduces errors on complex tasks.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521208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5212080" cy="292608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7647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556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chain_of_thought.txt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(often wrong on complex tasks)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"What's the best pricing for my SaaS?"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414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 of Thought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launching a SaaS for 5-50 person agencies.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 answering, think through: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Who is the buyer and their budget?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93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What do competitors charge?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7856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What's the perceived value?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1696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give 3 pricing tiers with rationale.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that trigger deeper reasoning: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2029968"/>
            <a:ext cx="315468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2029968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step by step"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596896"/>
            <a:ext cx="315468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2596896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670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"Before answering, consider..."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163824"/>
            <a:ext cx="315468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163824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"Walk me through your reasoning"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3730752"/>
            <a:ext cx="315468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3730752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3803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assumptions are you making?"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just tell. Give the AI 2–3 examples and it learns your exact style and format instantly.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8503920" cy="292608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7647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556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few_shot_example.txt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instruction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product descriptions in 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brand voice. Here are examples:"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Coffee mug, 12oz, ceramic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"Your morning ritual, upgraded.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Holds heat longer, feels better."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084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359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Notebook, A5, dot 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"Think clearer. Plan better.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 grid is there when you need it."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the AI matches your voice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3730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Your new product here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005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→ Perfectly on-brand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</a:t>
            </a:r>
            <a:pPr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Format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exactly what you don't want. Constraints are as powerful as instructions.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069080" cy="9601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4572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 100 words" / "Exactly 3 paragraphs" / "One sentence only"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9601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4572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82312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numbered list" / "In a table" / "JSON format" / "Bullet points only"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069080" cy="9601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43200"/>
            <a:ext cx="4572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corporate jargon" / "Conversational but expert" / "Direct, no fluff"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4069080" cy="9601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743200"/>
            <a:ext cx="4572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EXCLUSIONS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2312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use the word leverage" / "No clichés" / "Skip intro, go straight to the point"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13048"/>
            <a:ext cx="4069080" cy="62179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13048"/>
            <a:ext cx="45720" cy="6217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0507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05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24128" y="38770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constraints work. "Do NOT start with Certainly!" eliminates the most annoying AI habit instantly.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813048"/>
            <a:ext cx="4069080" cy="62179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813048"/>
            <a:ext cx="45720" cy="6217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00507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005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21808" y="38770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prompt with "Output only the final result. No preamble." to skip AI's unnecessary introductions.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output is never the final one. Great prompting is a conversation, not a one-shot request.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1664208" cy="26517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19072"/>
            <a:ext cx="1664208" cy="36576"/>
          </a:xfrm>
          <a:prstGeom prst="rect">
            <a:avLst/>
          </a:prstGeom>
          <a:solidFill>
            <a:srgbClr val="76B900">
              <a:alpha val="4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2121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4871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structured prompt. Get an output. Don't judge yet — it's raw material.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9280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75688" y="1719072"/>
            <a:ext cx="1664208" cy="26517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1719072"/>
            <a:ext cx="1664208" cy="36576"/>
          </a:xfrm>
          <a:prstGeom prst="rect">
            <a:avLst/>
          </a:prstGeom>
          <a:solidFill>
            <a:srgbClr val="76B900">
              <a:alpha val="4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85416" y="2121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85416" y="24871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wrong? Too long? Wrong tone? Missing a point? Be specific about what to fix.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48456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31336" y="1719072"/>
            <a:ext cx="1664208" cy="26517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31336" y="1719072"/>
            <a:ext cx="1664208" cy="36576"/>
          </a:xfrm>
          <a:prstGeom prst="rect">
            <a:avLst/>
          </a:prstGeom>
          <a:solidFill>
            <a:srgbClr val="76B900">
              <a:alpha val="4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1064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41064" y="2121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41064" y="24871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30% shorter." "More confident tone." "Add a real example for point 2."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04104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86984" y="1719072"/>
            <a:ext cx="1664208" cy="26517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6984" y="1719072"/>
            <a:ext cx="1664208" cy="36576"/>
          </a:xfrm>
          <a:prstGeom prst="rect">
            <a:avLst/>
          </a:prstGeom>
          <a:solidFill>
            <a:srgbClr val="76B900">
              <a:alpha val="4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96712" y="2121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What Works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96712" y="24871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prompts that consistently work. Build a personal library — it compounds over time.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59752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42632" y="1719072"/>
            <a:ext cx="1664208" cy="26517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42632" y="1719072"/>
            <a:ext cx="1664208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52360" y="2121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Systemize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24871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best prompts into templates. Share with your team for 10× output.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solidFill>
            <a:srgbClr val="76B900">
              <a:alpha val="8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537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E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3–5 iterations produce work that takes others hours. This is the real competitive skill.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instruction set that runs before every conversation. Makes AI behave consistently — always.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27889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8503920" cy="292608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7647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5564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system_prompt.txt — Your personal AI assistant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2057400"/>
            <a:ext cx="9144" cy="2331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75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Identity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sharp business strategist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569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specializes in AI adoption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mid-size companies.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Communication style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5570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be direct. No filler words.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8039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with the most important point.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0507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data when available.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75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 defaults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322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format: bullet points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694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length: 200 words unless asked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say "Certainly!" or "Great!"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Behavior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557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don't know, say so.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803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 clarifying question if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050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request is ambiguous.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in: ChatGPT Custom Instructions  ·  Claude Projects  ·  API system field  ·  Any AI with memory settings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USE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Prompt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customize, and use. These work across ChatGPT, Claude, Gemini, and any LLM.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5486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45720" cy="548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37944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379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32688" y="17556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7647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[expert role] with 15+ years in [field]. Give me [specific output] for [your situation]. Use [format]. No generic advice."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8503920" cy="5486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95144"/>
            <a:ext cx="45720" cy="548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41448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4144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32688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3682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this [content]. Be brutally honest. List what's weak, what's missing, and exactly how to fix each. Don't soften feedback."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8503920" cy="5486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5720" cy="548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44952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44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32688" y="29626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Simplifier: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[complex topic] to a [target audience] with zero background. Use an everyday analogy. Max 150 words."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02152"/>
            <a:ext cx="8503920" cy="5486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02152"/>
            <a:ext cx="45720" cy="548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48456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484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32688" y="3566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5753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[goal]. My constraints: [time/budget/resources]. Give me 3 approaches ranked by effort-to-impact ratio."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05656"/>
            <a:ext cx="8503920" cy="5486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105656"/>
            <a:ext cx="45720" cy="5486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51960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519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32688" y="4169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4178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believe [your idea]. Challenge it. Give me the 3 strongest arguments against it. Be rigorous, not polite."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THESE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Mistakes That </a:t>
            </a:r>
            <a:pPr indent="0" marL="0">
              <a:buNone/>
            </a:pPr>
            <a:r>
              <a:rPr lang="en-US" sz="2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Output Quality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know your industry, audience, or goal. It guesses — and guesses wrong.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of 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requests into steps. AI processes structured instructions far better.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41732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First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is a starting point. Iterate. Refine. Push back. Best output is in round 3.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5468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Too Polite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"Please, if you don't mind..." wastes tokens and dilutes your instruction. Be direct.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15468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 Specified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invent a format. Tell it: table, list, paragraph, JSON. Control the structure.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154680"/>
            <a:ext cx="2697480" cy="1627632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154680"/>
            <a:ext cx="269748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8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Blindly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hallucinates. Verify facts, numbers, sources. Use it to think, not to replace thinking.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047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mastered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9047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15361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templates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9047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15361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never make again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9047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863840" y="15361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outputs starting now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069080" cy="1828800"/>
          </a:xfrm>
          <a:prstGeom prst="rect">
            <a:avLst/>
          </a:prstGeom>
          <a:solidFill>
            <a:srgbClr val="76B900">
              <a:alpha val="6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14600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FORMULA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28163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Task + Format + Constraints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backbone of every great prompt. Use it every time, without exception.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069080" cy="1828800"/>
          </a:xfrm>
          <a:prstGeom prst="rect">
            <a:avLst/>
          </a:prstGeom>
          <a:solidFill>
            <a:srgbClr val="76B900">
              <a:alpha val="6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514600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MINDSET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8163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thinking partner, not a search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2735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asking questions. Start having conversations. Iterate. Refine. Direct.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85750"/>
            <a:ext cx="4572000" cy="45720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1047750"/>
            <a:ext cx="3048000" cy="30480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14750" y="1714500"/>
            <a:ext cx="1714500" cy="17145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98848" y="2523744"/>
            <a:ext cx="146304" cy="14630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IRAKLI KALANDADZE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5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belongs to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5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prompt well.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tools. The techniques. The templates.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left is to use them.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3931920"/>
            <a:ext cx="3657600" cy="320040"/>
          </a:xfrm>
          <a:prstGeom prst="roundRect">
            <a:avLst>
              <a:gd name="adj" fmla="val 48571"/>
            </a:avLst>
          </a:prstGeom>
          <a:solidFill>
            <a:srgbClr val="1D1D1D"/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iridescent-tapioca-21ac08.netlify.app  ·  irakli.kalandadze0@gmail.com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GUIDE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Guide</dc:title>
  <dc:subject>PptxGenJS Presentation</dc:subject>
  <dc:creator>Irakli Kalandadze</dc:creator>
  <cp:lastModifiedBy>Irakli Kalandadze</cp:lastModifiedBy>
  <cp:revision>1</cp:revision>
  <dcterms:created xsi:type="dcterms:W3CDTF">2026-03-20T21:39:58Z</dcterms:created>
  <dcterms:modified xsi:type="dcterms:W3CDTF">2026-03-20T21:39:58Z</dcterms:modified>
</cp:coreProperties>
</file>